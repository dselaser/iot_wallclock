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IoT 스마트 벽시계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</a:rPr>
              <a:t>ESP8266  +  WS2812B 8×32 LED 매트릭스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시간 표시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온습도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자동 밝기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WiFi IoT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Arduino .ino  ·  WiFiManager  ·  wttr.in  ·  NTP  ·  DHT11  ·  CDS  ·  date.nager.at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하드웨어 구성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222222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ESP8266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(NodeMCU)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Arduino .ino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비동기 상태 머신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WS2812B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8×32 LED 패널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 (GPIO5)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178308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320" y="242316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423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DHT11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센서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2971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 (GPIO4)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51760" y="283464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4320" y="347472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4747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조도 센서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+10k Pull-up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51760" y="3886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WiFi / 인터넷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NTP 서버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wttr.in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date.nager.at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18288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852160" y="2743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146304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51760" y="251460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35661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WS2812B 전원: 5V 별도 공급 권장 (256 LED, 밝기 제한 시 ~1.5A)  ·  GND 공통 연결 필수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기능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WiFi 자동 설정 (Captive Portal)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첫 부팅 시 'IoTClock-Setup' AP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스마트폰으로 접속 → SSID·비밀번호 입력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NTP 자동 시간 동기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pool.ntp.org 접속, 한국 표준시(KST)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UTC+9 자동 적용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IP 기반 위치 자동 감지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ip-api.com → 접속 IP로 도시명 추출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별도 GPS·설정 불필요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" y="395935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실시간 날씨 수신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27939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wttr.in HTTPS, 1분마다 갱신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Sunny·Cloud·Rain·Snow·Fog·Storm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혼합 표시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온도: wttr.in 외부 기상값 사용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습도: DHT11 실내 센서 (2.5초 주기)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자동 밝기 + 야간 모드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CDS raw &gt; 920 → 야간 모드: 시계만 표시 + 밝기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일반: raw 350~1023 → 밝기 150~5 자동 조절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4632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44068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공휴일 자동 표시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4068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date.nager.at API → 한국 공휴일 자동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토·일·공휴일 스크롤 날짜 적색 표시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WiFi 설정 흐름 (Captive Portal)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전원 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'IoTClock-Setup'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9164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1168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1168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스마트폰 연결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 목록에서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선택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0332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0332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설정 페이지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브라우저 자동 팝업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(192.168.4.1)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7492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9496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SSID 입력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9496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가정 WiFi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SSID + 비밀번호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8660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8660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연결 완료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8660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재시작 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자동 접속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49300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3분 안에 설정 없으면 자동 재시작  |  </a:t>
            </a:r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이미 저장된 SSID 있으면 자동 연결  |  </a:t>
            </a:r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연결 실패 시 'WiFi ?' 적색 1Hz 깜빡임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286000" y="4251960"/>
            <a:ext cx="457200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425196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LED 표시 →  WiFi ?  (적색 1Hz 깜빡임)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화면 표시 사이클 (30초)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시 계  HH:MM  (0 ~ 15초)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통합 스크롤  (15 ~ 30초)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0s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348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15s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496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30s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⏱  시계 표시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816352"/>
            <a:ext cx="3611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12시간제  HH:MM  형식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출발안내판 스타일 커스텀 5×7 비트맵 폰트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상단 4점 — 0~29초, 노랑 시계방향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하단 4점 — 30~59초, 노랑 반시계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NTP 미동기 시:  --:--  표시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야간 모드 시 시계만 표시 (스크롤 생략)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📜  통합 스크롤 순서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30368" y="28346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날짜 (녹색/적색)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03136" y="28346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평일→녹색  /  토·일·공휴일→적색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333756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30368" y="3337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온도+습도 (노랑)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03136" y="3337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22C  49%  (외부온도+실내습도)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84048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0368" y="38404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(노랑/비=적색)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03136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Cloud  Warm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434340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④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30368" y="4343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아이콘 8×8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03136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태양·구름·비·눈·안개·폭풍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소프트웨어 구조 (Arduino .ino)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solidFill>
            <a:srgbClr val="222222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loop()   Arduino 메인 루프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74980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drawFrame()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 ms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화면 갱신 (20fps)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5740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readDHT()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2.5 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온습도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0332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updateBrightness()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70332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500 ms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CDS 밝기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1500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fetchWeather()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71500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 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날씨 수신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10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WiFi 체크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4380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 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연결 감시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291840"/>
            <a:ext cx="859536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drawFrame()  내부 분기 흐름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WiFi 미접속?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834640" y="37033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'WiFi ?' 적색 1Hz 깜빡임 → return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396849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야간 모드?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834640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CDS raw &gt; 920 → 시계만 표시 + 밝기 2 (스크롤 생략)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42336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phase &lt; 15s?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834640" y="42336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시계 표시  HH:MM  (커스텀 폰트, 콜론 4점 회전)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4988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phase &gt;= 15s?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34640" y="449884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날짜→온도+습도→날씨+아이콘 통합 스크롤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7640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스크롤 완료?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34640" y="476402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즉시 시계로 전환 (scrollDone 플래그)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날씨 정보 수신 경로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ESP8266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전원 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인터넷 접속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ip-api.com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IP → 도시명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(Seoul)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9476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02336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wttr.in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도시 날씨 조회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(HTTPS)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9788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텍스트 파싱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9788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Sunny/Cloud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/Rain/Snow...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7240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LED 표시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텍스트 + 아이콘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스크롤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HTTPS 보안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WiFiClientSecure + setInsecure()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BearSSL 버퍼 512 bytes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응답 포맷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65176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wttr.in ?format=%C/%t/%h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예) Partly cloudy/+22°C/55%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갱신 주기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4632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1분 (WEATHER_INTERVAL_MS)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10분으로 원복 가능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4944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오류 처리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4088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HTTP 실패 시 이전 값 유지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'---' 으로 표시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스마트 벽시계</dc:title>
  <dc:subject>PptxGenJS Presentation</dc:subject>
  <dc:creator>PptxGenJS</dc:creator>
  <cp:lastModifiedBy>PptxGenJS</cp:lastModifiedBy>
  <cp:revision>1</cp:revision>
  <dcterms:created xsi:type="dcterms:W3CDTF">2026-04-20T19:47:54Z</dcterms:created>
  <dcterms:modified xsi:type="dcterms:W3CDTF">2026-04-20T19:47:54Z</dcterms:modified>
</cp:coreProperties>
</file>
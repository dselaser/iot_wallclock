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IoT 스마트 벽시계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ESP8266  +  WS2812B 8×32 LED 매트릭스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5087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시간 표시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3200400"/>
            <a:ext cx="15087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3200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온습도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85616" y="3200400"/>
            <a:ext cx="15087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3200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wttr.in날씨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9824" y="3200400"/>
            <a:ext cx="15087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3200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자동밝기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4032" y="3200400"/>
            <a:ext cx="15087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3200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다중AP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Arduino .ino  ·  WiFiManager  ·  ESP8266WiFiMulti  ·  wttr.in  ·  NTP  ·  DHT11  ·  CDS  ·  date.nager.at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하드웨어 구성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222222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ESP8266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(NodeMCU)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Arduino .ino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비동기 상태 머신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3774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WS2812B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8×32 LED 패널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D1 (GPIO5)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783080"/>
            <a:ext cx="6400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" y="2423160"/>
            <a:ext cx="23774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DHT11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온습도 센서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D2 (GPIO4)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834640"/>
            <a:ext cx="6400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4320" y="3474720"/>
            <a:ext cx="23774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74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CDS 조도 센서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+10k Pull-up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886200"/>
            <a:ext cx="6400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137160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371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WiFi / 인터넷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56032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560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NTP 서버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ip-api.com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wttr.in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date.nager.at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1828800"/>
            <a:ext cx="6400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2743200"/>
            <a:ext cx="64008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651760" y="1463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566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WS2812B 전원: 5V 별도 공급 권장 (256 LED, 밝기 제한 시 ~1.5A)  ·  GND 공통 연결 필수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기능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WiFi 다중 AP 자동 전환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Portal에서 1·2번 SSID 등록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ESP8266WiFiMulti → 신호 강한 AP 자동 접속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50292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NTP 자동 시간 동기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5915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pool.ntp.org 접속, 한국 표준시(KST)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UTC+9 자동 적용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50292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9992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IP 기반 위치 자동 감지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1927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ip-api.com → 도시명 + 위도/경도 취득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격자 변환 없이 기상청 API 직접 활용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86200"/>
            <a:ext cx="50292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8620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959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외부 날씨 수신 (wttr.in HTTPS)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7939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fetchWeatherWttr() — 실패시 60초/성공시 5분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텍스트 포맷 (%t|%C) → 기온+날씨조건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005840"/>
            <a:ext cx="50292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058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1078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온습도 혼합 표시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39903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온도: wttr.in 외부 기온 (1~5분 갱신)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습도: DHT11 실내 센서 (2.5초 주기)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196596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965960"/>
            <a:ext cx="50292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9659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20391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CDS 자동 밝기 + 야간 모드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35915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raw &gt; 960 → 야간 모드 (시계만 + 밝기 1~4)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일반: raw 350~960 → 밝기 150~5 비례 조절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926080"/>
            <a:ext cx="50292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260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29992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공휴일 자동 표시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31927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date.nager.at API → 한국 공휴일 자동 취득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토·일·공휴일 스크롤 날짜 적색 표시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WiFi 설정 흐름 (Captive Portal + 다중 AP)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8872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61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전원 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38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AP 생성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'IoTClock-Setup'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874520"/>
            <a:ext cx="320040" cy="0"/>
          </a:xfrm>
          <a:prstGeom prst="line">
            <a:avLst/>
          </a:prstGeom>
          <a:noFill/>
          <a:ln w="2603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11680" y="118872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261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1572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스마트폰 연결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938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WiFi 목록에서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AP 선택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874520"/>
            <a:ext cx="320040" cy="0"/>
          </a:xfrm>
          <a:prstGeom prst="line">
            <a:avLst/>
          </a:prstGeom>
          <a:noFill/>
          <a:ln w="2603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03320" y="118872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261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03320" y="1572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설정 페이지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3320" y="1938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브라우저 자동 팝업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(192.168.4.1)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874520"/>
            <a:ext cx="320040" cy="0"/>
          </a:xfrm>
          <a:prstGeom prst="line">
            <a:avLst/>
          </a:prstGeom>
          <a:noFill/>
          <a:ln w="2603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261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1572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SSID 입력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1938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1번+2번 WiFi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SSID·비밀번호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874520"/>
            <a:ext cx="320040" cy="0"/>
          </a:xfrm>
          <a:prstGeom prst="line">
            <a:avLst/>
          </a:prstGeom>
          <a:noFill/>
          <a:ln w="2603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86600" y="118872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261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86600" y="1572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연결 완료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1938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WiFiMulti 등록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강한 AP 자동 선택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34640"/>
            <a:ext cx="8412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834640"/>
            <a:ext cx="841248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34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ESP8266WiFiMulti  자동 전환 동작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2186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▶ AP1 신호 강함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21868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→  1번 AP 유지 접속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4015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▶ AP1 신호 약화 / 끊김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40156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→  5초 이내 재스캔 → 신호 강한 AP 자동 전환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5844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▶ 2번 AP 미입력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58444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→  1번 AP만으로 정상 동작  (하위 호환)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9502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2번째 AP 정보는 EEPROM에 저장  |  전원 재시작 후에도 유지  |  Portal 재접속으로 변경 가능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LED 표시 →  WiFi ?  (적색 1Hz 깜빡임)   ←  WiFi 미접속 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화면 표시 사이클 (30초)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시 계  HH:MM  (0 ~ 15초)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4114800" cy="77724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1887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통합 스크롤  (15 ~ 30초)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391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20391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15s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20391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30s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39319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31720"/>
            <a:ext cx="393192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 시계 표시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16352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12시간제  HH:MM  형식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출발안내판 스타일 커스텀 5×7 비트맵 폰트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콜론 상단 4점 — 0~29초, 노랑 시계방향 회전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콜론 하단 4점 — 30~59초, 노랑 반시계 회전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NTP 미동기 시:  --:--  표시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야간 모드 시 시계만 표시 (스크롤 생략)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39319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331720"/>
            <a:ext cx="3931920" cy="41148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📜  통합 스크롤 순서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8346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날짜 (녹색/적색)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03136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평일→녹색  /  토·일·공휴일→적색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337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온도+습도 (노랑)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22C  49%  (외부기온+실내습도)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날씨 (노랑/비=적색)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03136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Cloud  Sunny  Rain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3434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4343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날씨 아이콘 8×8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03136" y="4343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태양·구름·비·눈·안개·폭풍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소프트웨어 구조 (Arduino .ino)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005840"/>
            <a:ext cx="3108960" cy="685800"/>
          </a:xfrm>
          <a:prstGeom prst="rect">
            <a:avLst/>
          </a:prstGeom>
          <a:solidFill>
            <a:srgbClr val="222222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0" y="10058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loop()   Arduino 메인 루프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74980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" y="1691640"/>
            <a:ext cx="0" cy="36576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057400"/>
            <a:ext cx="1325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2084832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drawFrame()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" y="2496312"/>
            <a:ext cx="125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50 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화면 갱신 (20fps)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54580" y="1691640"/>
            <a:ext cx="0" cy="36576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057400"/>
            <a:ext cx="1325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28216" y="2084832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readDHT()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28216" y="2496312"/>
            <a:ext cx="125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2.5 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실내 습도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63340" y="1691640"/>
            <a:ext cx="0" cy="36576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057400"/>
            <a:ext cx="1325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2084832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updateBrightness()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36976" y="2496312"/>
            <a:ext cx="125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500 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CDS 비례밝기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72100" y="1691640"/>
            <a:ext cx="0" cy="36576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057400"/>
            <a:ext cx="1325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2084832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fetchWeatherWttr()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45736" y="2496312"/>
            <a:ext cx="125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1~5 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기온+날씨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80860" y="1691640"/>
            <a:ext cx="0" cy="36576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057400"/>
            <a:ext cx="1325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084832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fetchHolidays()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54496" y="2496312"/>
            <a:ext cx="125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1 시간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공휴일 갱신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89620" y="1691640"/>
            <a:ext cx="0" cy="36576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2057400"/>
            <a:ext cx="1325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63256" y="2084832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WiFi 체크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63256" y="2496312"/>
            <a:ext cx="125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5 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WiFiMulti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재접속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1546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154680"/>
            <a:ext cx="25603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날씨 갱신 전략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26080" y="317296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fetchWeatherWttr() — wValid=false 60초 재시도 / wValid=true 5분 정기 갱신  |  wttr.in HTTPS + 텍스트 포맷 (?format=%t|%C)  |  온도=wttr.in / 습도=DHT11 실내 센서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03320"/>
            <a:ext cx="8595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drawFrame()  내부 분기 흐름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0873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▶ WiFi 미접속?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834640" y="40873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→  'WiFi ?' 적색 1Hz 깜빡임 → return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2885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▶ 야간 모드?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834640" y="42885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→  CDS raw &gt; 960 → 시계만 + 밝기 1~4 비례 (스크롤 생략)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489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▶ phase &lt; 15s?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34640" y="44897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→  시계 표시  HH:MM  (커스텀 폰트, 콜론 4점 회전)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6908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▶ phase &gt;= 15s?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834640" y="469087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→  날짜→기온+습도→날씨+아이콘 통합 스크롤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8920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▶ 스크롤 완료?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34640" y="489204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→  즉시 시계로 전환 (scrollDone 플래그)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날씨 정보 수신 경로  (wttr.in)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46304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ESP8266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전원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인터넷 접속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2148840"/>
            <a:ext cx="502920" cy="0"/>
          </a:xfrm>
          <a:prstGeom prst="line">
            <a:avLst/>
          </a:prstGeom>
          <a:noFill/>
          <a:ln w="2984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46304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ip-api.com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IP → 도시명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(Seoul 등)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2148840"/>
            <a:ext cx="502920" cy="0"/>
          </a:xfrm>
          <a:prstGeom prst="line">
            <a:avLst/>
          </a:prstGeom>
          <a:noFill/>
          <a:ln w="2984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146304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wttr.in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(HTTPS)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기온 + 날씨 설명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텍스트 포맷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148840"/>
            <a:ext cx="502920" cy="0"/>
          </a:xfrm>
          <a:prstGeom prst="line">
            <a:avLst/>
          </a:prstGeom>
          <a:noFill/>
          <a:ln w="2984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97880" y="146304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descToCondition()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영문 설명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→ 조건 매핑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2148840"/>
            <a:ext cx="502920" cy="0"/>
          </a:xfrm>
          <a:prstGeom prst="line">
            <a:avLst/>
          </a:prstGeom>
          <a:noFill/>
          <a:ln w="2984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146304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LED 표시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텍스트 + 아이콘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스크롤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301752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0906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partly cloudy  → PCloud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33101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rain/drizzle   → Rain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89320" y="352958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snow/sleet     → Snow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9320" y="37490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fog/mist/haze  → Fog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3968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thunder/storm  → Storm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4187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sunny/clear    → Sunny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200400"/>
            <a:ext cx="20116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200400"/>
            <a:ext cx="20116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HTTPS 방식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611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WiFiClientSecure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+ setInsecure()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Cloudflare MFLN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→ 4096 RX 버퍼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200400"/>
            <a:ext cx="20116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0" y="3200400"/>
            <a:ext cx="20116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텍스트 포맷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51760" y="3611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?format=%t|%C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응답 ~30 bytes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→ split '|'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JSON 파싱 없음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200400"/>
            <a:ext cx="20116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200400"/>
            <a:ext cx="20116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갱신 전략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3611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wValid=false: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60초 재시도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wValid=true: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5분 정기 갱신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3200400"/>
            <a:ext cx="20116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9440" y="3200400"/>
            <a:ext cx="20116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온습도 분리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40880" y="3611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온도: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wttr.in 외부값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습도: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DHT11 실내 센서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맑은 고딕"/>
              </a:rPr>
              <a:t>폰트 시스템 업그레이드 (5×7 → 5×8 풀-스케일)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8412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960120"/>
            <a:ext cx="4023360" cy="3931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BEFORE  ▪  5×7 GFX 기본 폰트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63040"/>
            <a:ext cx="369417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</a:rPr>
              <a:t>• Adafruit GFX 기본 폰트 (5×7)
• DIGIT_BMP[10][7]  — 시계 숫자 전용 10글자
• matrix.setTextColor() + setCursor() + print()
• 매트릭스 8행 중 7행만 사용 (마지막 행 공백)
• 시계 숫자 ↔ 스크롤 텍스트 폰트 비일관
• 분 변경 시 숫자 즉시 점프 (애니메이션 없음)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60120"/>
            <a:ext cx="4023360" cy="393192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AFTER  ▪  5×8 HD44780 풀-스케일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1463040"/>
            <a:ext cx="369417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</a:rPr>
              <a:t>• HD44780 LCD 스타일 5×8 (8행 풀-스케일)
• FONT_5X8[95][8]  — ASCII 0x20~0x7E 통합
• drawCharPx() / drawStringPx() 커스텀 렌더링
• 매트릭스 8행 전체 활용 (디센더 포함)
• 시계 숫자 ↔ 스크롤 텍스트 단일 폰트 공유
• 시·분 자리별 슬라이드 다운 애니메이션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맑은 고딕"/>
              </a:rPr>
              <a:t>시·분 숫자 슬라이드 다운 애니메이션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49808"/>
            <a:ext cx="8412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</a:rPr>
              <a:t>▪ 8픽셀 슬라이드 (50ms × 8 = 400ms)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50000" cy="400000"/>
          </a:xfrm>
          <a:prstGeom prst="rect">
            <a:avLst/>
          </a:prstGeom>
          <a:noFill/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5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5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5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5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5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5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5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760" y="16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5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5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760" y="1863040"/>
            <a:ext cx="29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t = 0 ms
(분 변경 직전)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5760" y="1617320"/>
            <a:ext cx="863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508760" y="1417320"/>
            <a:ext cx="250000" cy="400000"/>
          </a:xfrm>
          <a:prstGeom prst="rect">
            <a:avLst/>
          </a:prstGeom>
          <a:noFill/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08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8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08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58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08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08760" y="16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08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08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58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08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58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08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58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08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58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08760" y="14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08760" y="14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08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08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58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08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658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88760" y="1863040"/>
            <a:ext cx="29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t = 200 ms
(슬라이드 중)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778760" y="1617320"/>
            <a:ext cx="863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651760" y="1417320"/>
            <a:ext cx="250000" cy="400000"/>
          </a:xfrm>
          <a:prstGeom prst="rect">
            <a:avLst/>
          </a:prstGeom>
          <a:noFill/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51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01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51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01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51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51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51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51760" y="14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51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01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51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01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51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51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51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51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01760" y="16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51760" y="16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01760" y="16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31760" y="1863040"/>
            <a:ext cx="29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t = 300 ms
(슬라이드 중)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921760" y="1617320"/>
            <a:ext cx="863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794760" y="1417320"/>
            <a:ext cx="250000" cy="400000"/>
          </a:xfrm>
          <a:prstGeom prst="rect">
            <a:avLst/>
          </a:prstGeom>
          <a:noFill/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94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44760" y="14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44760" y="14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15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94760" y="15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794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844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894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944760" y="16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794760" y="16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994760" y="16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794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94760" y="171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844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94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44760" y="1767320"/>
            <a:ext cx="50000" cy="5000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74760" y="1863040"/>
            <a:ext cx="29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t = 400 ms
(완료)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94960" y="9144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</a:rPr>
              <a:t>▪ 자리별 상태 머신 (DigitAnim)</a:t>
            </a:r>
          </a:p>
        </p:txBody>
      </p:sp>
      <p:sp>
        <p:nvSpPr>
          <p:cNvPr id="92" name="Oval 91"/>
          <p:cNvSpPr/>
          <p:nvPr/>
        </p:nvSpPr>
        <p:spPr>
          <a:xfrm>
            <a:off x="5394960" y="1371600"/>
            <a:ext cx="548640" cy="548640"/>
          </a:xfrm>
          <a:prstGeom prst="ellipse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94960" y="1371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정적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61888" y="1645920.0"/>
            <a:ext cx="694944" cy="0.0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6675120" y="1371600"/>
            <a:ext cx="548640" cy="548640"/>
          </a:xfrm>
          <a:prstGeom prst="ellipse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1371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frame=8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242048" y="1645920.0"/>
            <a:ext cx="603504" cy="0.0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7863840" y="1371600"/>
            <a:ext cx="548640" cy="548640"/>
          </a:xfrm>
          <a:prstGeom prst="ellipse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63840" y="1371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frame--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94960" y="19476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맑은 고딕"/>
              </a:rPr>
              <a:t>newD ≠ cur          매 50ms 호출         frame == 0 → 정적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94960" y="2331720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</a:rPr>
              <a:t>▪ 핵심 함수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94960" y="2697480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nsolas"/>
              </a:rPr>
              <a:t>• drawDigitAnim(idx, x, newD, color, yMin, yMax)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94960" y="3017520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nsolas"/>
              </a:rPr>
              <a:t>• drawDigitClipped(...)  ─ yMin~yMax 행만 그림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94960" y="3337560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nsolas"/>
              </a:rPr>
              <a:t>• drawCharPx() / drawStringPx()  ─ ASCII 렌더링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44348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변경 없는 자리는 정적 표시 유지 · 변경된 자리만 슬라이드 · 콜론 영역(x=14,15)은 숫자(x=1..11, 19..29)와 분리되어 yMax=7 클리핑으로 보호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스마트 벽시계</dc:title>
  <dc:subject>PptxGenJS Presentation</dc:subject>
  <dc:creator>PptxGenJS</dc:creator>
  <cp:lastModifiedBy>PptxGenJS</cp:lastModifiedBy>
  <cp:revision>1</cp:revision>
  <dcterms:created xsi:type="dcterms:W3CDTF">2026-04-24T22:26:54Z</dcterms:created>
  <dcterms:modified xsi:type="dcterms:W3CDTF">2026-04-24T22:26:54Z</dcterms:modified>
</cp:coreProperties>
</file>
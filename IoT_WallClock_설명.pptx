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IoT 스마트 벽시계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</a:rPr>
              <a:t>ESP8266  +  WS2812B 8×32 LED 매트릭스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시간 표시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21408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21408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온습도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785616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85616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wttr.in날씨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49824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49824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자동밝기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14032" y="3200400"/>
            <a:ext cx="1508760" cy="594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14032" y="320040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다중AP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Arduino .ino  ·  WiFiManager  ·  ESP8266WiFiMulti  ·  wttr.in  ·  NTP  ·  DHT11  ·  CDS  ·  date.nager.at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하드웨어 구성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solidFill>
            <a:srgbClr val="222222"/>
          </a:solidFill>
          <a:ln w="317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91840" y="137160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ESP8266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(NodeMCU)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Arduino .ino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비동기 상태 머신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WS2812B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8×32 LED 패널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19202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D1 (GPIO5)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51760" y="178308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320" y="242316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4231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DHT11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온습도 센서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4320" y="2971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D2 (GPIO4)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51760" y="283464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74320" y="3474720"/>
            <a:ext cx="237744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34747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CDS 조도 센서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+10k Pull-up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4320" y="4023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651760" y="38862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1371600"/>
            <a:ext cx="2286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13716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WiFi / 인터넷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92240" y="2560320"/>
            <a:ext cx="228600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56032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NTP 서버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ip-api.com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wttr.in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date.nager.at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852160" y="18288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852160" y="2743200"/>
            <a:ext cx="640080" cy="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2651760" y="146304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651760" y="251460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D2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51760" y="35661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WS2812B 전원: 5V 별도 공급 권장 (256 LED, 밝기 제한 시 ~1.5A)  ·  GND 공통 연결 필수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기능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WiFi 다중 AP 자동 전환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39903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Portal에서 1·2번 SSID 등록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ESP8266WiFiMulti → 신호 강한 AP 자동 접속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196596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96596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6596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0391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NTP 자동 시간 동기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35915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pool.ntp.org 접속, 한국 표준시(KST)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UTC+9 자동 적용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92608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92608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0120" y="29992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IP 기반 위치 자동 감지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331927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ip-api.com → 도시명 + 위도/경도 취득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격자 변환 없이 기상청 API 직접 활용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388620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88620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88620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0120" y="395935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외부 날씨 수신 (wttr.in HTTPS)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427939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fetchWeatherWttr() — 실패시 60초/성공시 5분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텍스트 포맷 (%t|%C) → 기온+날씨조건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846320" y="100584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100584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00584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40680" y="107899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온습도 혼합 표시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40680" y="139903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온도: wttr.in 외부 기온 (1~5분 갱신)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습도: DHT11 실내 센서 (2.5초 주기)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846320" y="196596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46320" y="196596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196596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440680" y="20391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CDS 자동 밝기 + 야간 모드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40680" y="235915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raw &gt; 960 → 야간 모드 (시계만 + 밝기 1~4)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일반: raw 350~960 → 밝기 150~5 비례 조절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846320" y="2926080"/>
            <a:ext cx="420624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0" y="2926080"/>
            <a:ext cx="502920" cy="8686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926080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440680" y="299923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공휴일 자동 표시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440680" y="3319272"/>
            <a:ext cx="352044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date.nager.at API → 한국 공휴일 자동 취득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</a:rPr>
              <a:t>토·일·공휴일 스크롤 날짜 적색 표시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WiFi 설정 흐름 (Captive Portal + 다중 AP)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2004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전원 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AP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'IoTClock-Setup'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9164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01168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01168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스마트폰 연결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WiFi 목록에서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AP 선택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8328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0332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0332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70332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설정 페이지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70332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브라우저 자동 팝업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(192.168.4.1)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7492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39496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9496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9496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SSID 입력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9496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1번+2번 WiFi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SSID·비밀번호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66560" y="1874520"/>
            <a:ext cx="320040" cy="0"/>
          </a:xfrm>
          <a:prstGeom prst="line">
            <a:avLst/>
          </a:prstGeom>
          <a:noFill/>
          <a:ln w="2603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086600" y="1188720"/>
            <a:ext cx="1371600" cy="1371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1261872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086600" y="15727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연결 완료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86600" y="1938528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WiFiMulti 등록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강한 AP 자동 선택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2834640"/>
            <a:ext cx="84124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2834640"/>
            <a:ext cx="8412480" cy="347472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28346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ESP8266WiFiMulti  자동 전환 동작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321868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AP1 신호 강함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91840" y="321868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1번 AP 유지 접속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340156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AP1 신호 약화 / 끊김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1840" y="340156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5초 이내 재스캔 → 신호 강한 AP 자동 전환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3584448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</a:rPr>
              <a:t>▶ 2번 AP 미입력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91840" y="3584448"/>
            <a:ext cx="5303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 1번 AP만으로 정상 동작  (하위 호환)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65760" y="3886200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95020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</a:rPr>
              <a:t>2번째 AP 정보는 EEPROM에 저장  |  전원 재시작 후에도 유지  |  Portal 재접속으로 변경 가능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LED 표시 →  WiFi ?  (적색 1Hz 깜빡임)   ←  WiFi 미접속 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화면 표시 사이클 (30초)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4114800" cy="77724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1887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시 계  HH:MM  (0 ~ 15초)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188720"/>
            <a:ext cx="4114800" cy="77724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0" y="11887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통합 스크롤  (15 ~ 30초)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0s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3484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15s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549640" y="203911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30s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393192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331720"/>
            <a:ext cx="3931920" cy="41148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317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⏱  시계 표시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2816352"/>
            <a:ext cx="36118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12시간제  HH:MM  형식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출발안내판 스타일 커스텀 5×7 비트맵 폰트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콜론 상단 4점 — 0~29초, 노랑 시계방향 회전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콜론 하단 4점 — 30~59초, 노랑 반시계 회전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NTP 미동기 시:  --:--  표시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• 야간 모드 시 시계만 표시 (스크롤 생략)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3931920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solidFill>
            <a:srgbClr val="66666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3317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📜  통합 스크롤 순서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92040" y="283464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①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30368" y="283464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날짜 (녹색/적색)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03136" y="28346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평일→녹색  /  토·일·공휴일→적색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92040" y="333756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②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30368" y="333756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온도+습도 (노랑)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03136" y="3337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22C  49%  (외부기온+실내습도)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92040" y="384048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③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30368" y="384048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 (노랑/비=적색)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03136" y="384048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Cloud  Sunny  Rain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4343400"/>
            <a:ext cx="320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④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30368" y="43434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날씨 아이콘 8×8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03136" y="434340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</a:rPr>
              <a:t>태양·구름·비·눈·안개·폭풍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소프트웨어 구조 (Arduino .ino)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17520" y="1005840"/>
            <a:ext cx="3108960" cy="685800"/>
          </a:xfrm>
          <a:prstGeom prst="rect">
            <a:avLst/>
          </a:prstGeom>
          <a:solidFill>
            <a:srgbClr val="222222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17520" y="1005840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loop()   Arduino 메인 루프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74980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582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288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drawFrame()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1945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50 ms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화면 갱신 (20fps)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35458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9164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2821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readDHT()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72821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2.5 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실내 습도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6334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3697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updateBrightness()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3697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500 ms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CDS 비례밝기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37210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573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fetchWeatherWttr()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4573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1~5 분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기온+날씨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88086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5449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fetchHolidays()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25449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1 시간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공휴일 갱신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389620" y="1691640"/>
            <a:ext cx="0" cy="365760"/>
          </a:xfrm>
          <a:prstGeom prst="line">
            <a:avLst/>
          </a:prstGeom>
          <a:noFill/>
          <a:ln w="15240">
            <a:solidFill>
              <a:srgbClr val="0000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26680" y="2057400"/>
            <a:ext cx="13258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63256" y="2084832"/>
            <a:ext cx="12527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0000"/>
                </a:solidFill>
              </a:rPr>
              <a:t>WiFi 체크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7763256" y="2496312"/>
            <a:ext cx="12527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5 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WiFiMulti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66666"/>
                </a:solidFill>
              </a:rPr>
              <a:t>재접속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3154680"/>
            <a:ext cx="8595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" y="3154680"/>
            <a:ext cx="2560320" cy="45720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31546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날씨 갱신 전략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926080" y="3172968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fetchWeatherWttr() — wValid=false 60초 재시도 / wValid=true 5분 정기 갱신  |  wttr.in HTTPS + 텍스트 포맷 (?format=%t|%C)  |  온도=wttr.in / 습도=DHT11 실내 센서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74320" y="3703320"/>
            <a:ext cx="859536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3703320"/>
            <a:ext cx="8595360" cy="347472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" y="37033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drawFrame()  내부 분기 흐름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408736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▶ WiFi 미접속?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2834640" y="4087368"/>
            <a:ext cx="5852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→  'WiFi ?' 적색 1Hz 깜빡임 → return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57200" y="4288536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▶ 야간 모드?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834640" y="4288536"/>
            <a:ext cx="5852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→  CDS raw &gt; 960 → 시계만 + 밝기 1~4 비례 (스크롤 생략)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" y="4489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▶ phase &lt; 15s?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834640" y="4489704"/>
            <a:ext cx="5852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→  시계 표시  HH:MM  (커스텀 폰트, 콜론 4점 회전)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6908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▶ phase &gt;= 15s?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834640" y="4690872"/>
            <a:ext cx="5852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→  날짜→기온+습도→날씨+아이콘 통합 스크롤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57200" y="48920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</a:rPr>
              <a:t>▶ 스크롤 완료?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834640" y="4892040"/>
            <a:ext cx="5852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→  즉시 시계로 전환 (scrollDone 플래그)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날씨 정보 수신 경로  (wttr.in)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795528"/>
            <a:ext cx="8229600" cy="6400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ESP8266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전원 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인터넷 접속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2024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884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ip-api.com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4884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IP → 도시명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(Seoul 등)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79476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02336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wttr.in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(HTTPS)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기온 + 날씨 설명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텍스트 포맷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89788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descToCondition()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9788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영문 설명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→ 조건 매핑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43800" y="2148840"/>
            <a:ext cx="502920" cy="0"/>
          </a:xfrm>
          <a:prstGeom prst="line">
            <a:avLst/>
          </a:prstGeom>
          <a:noFill/>
          <a:ln w="2984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772400" y="1463040"/>
            <a:ext cx="1645920" cy="13716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15544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</a:rPr>
              <a:t>LED 표시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0" y="2057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텍스트 + 아이콘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스크롤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897880" y="3017520"/>
            <a:ext cx="16459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9320" y="3090672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partly cloudy  → PCloud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89320" y="331012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rain/drizzle   → Rain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89320" y="3529584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snow/sleet     → Snow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89320" y="374904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fog/mist/haze  → Fog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89320" y="3968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thunder/storm  → Storm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89320" y="4187952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sunny/clear    → Sunny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HTTPS 방식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WiFiClientSecure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+ setInsecure()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Cloudflare MFLN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4096 RX 버퍼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56032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6032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6032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텍스트 포맷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65176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?format=%t|%C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응답 ~30 bytes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→ split '|'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JSON 파싱 없음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5488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갱신 전략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84632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wValid=false: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60초 재시도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wValid=true: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5분 정기 갱신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949440" y="3200400"/>
            <a:ext cx="201168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49440" y="3200400"/>
            <a:ext cx="2011680" cy="365760"/>
          </a:xfrm>
          <a:prstGeom prst="rect">
            <a:avLst/>
          </a:prstGeom>
          <a:solidFill>
            <a:srgbClr val="222222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49440" y="32004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온습도 분리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040880" y="3611880"/>
            <a:ext cx="1828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온도: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wttr.in 외부값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습도: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</a:rPr>
              <a:t>DHT11 실내 센서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스마트 벽시계</dc:title>
  <dc:subject>PptxGenJS Presentation</dc:subject>
  <dc:creator>PptxGenJS</dc:creator>
  <cp:lastModifiedBy>PptxGenJS</cp:lastModifiedBy>
  <cp:revision>1</cp:revision>
  <dcterms:created xsi:type="dcterms:W3CDTF">2026-04-24T22:26:54Z</dcterms:created>
  <dcterms:modified xsi:type="dcterms:W3CDTF">2026-04-24T22:26:54Z</dcterms:modified>
</cp:coreProperties>
</file>